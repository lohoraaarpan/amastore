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🇮🇳 Indian Constitution Timeline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Premium Designed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80" b="1"/>
              <a:t>1934 – Idea of Constitution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M. N. Roy proposed Constituent Assembly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9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26480"/>
            <a:ext cx="9144000" cy="274320"/>
          </a:xfrm>
          <a:prstGeom prst="rect">
            <a:avLst/>
          </a:prstGeom>
          <a:solidFill>
            <a:srgbClr val="1388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80" b="1"/>
              <a:t>1940 – August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British agreed to expand representation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9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26480"/>
            <a:ext cx="9144000" cy="274320"/>
          </a:xfrm>
          <a:prstGeom prst="rect">
            <a:avLst/>
          </a:prstGeom>
          <a:solidFill>
            <a:srgbClr val="1388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80" b="1"/>
              <a:t>1946 – Cabinet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Plan for Constituent Assembly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9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26480"/>
            <a:ext cx="9144000" cy="274320"/>
          </a:xfrm>
          <a:prstGeom prst="rect">
            <a:avLst/>
          </a:prstGeom>
          <a:solidFill>
            <a:srgbClr val="1388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80" b="1"/>
              <a:t>Dec 9, 1946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First meeting of Assembly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9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26480"/>
            <a:ext cx="9144000" cy="274320"/>
          </a:xfrm>
          <a:prstGeom prst="rect">
            <a:avLst/>
          </a:prstGeom>
          <a:solidFill>
            <a:srgbClr val="1388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80" b="1"/>
              <a:t>Dec 11, 1946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Dr. Rajendra Prasad elected President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9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26480"/>
            <a:ext cx="9144000" cy="274320"/>
          </a:xfrm>
          <a:prstGeom prst="rect">
            <a:avLst/>
          </a:prstGeom>
          <a:solidFill>
            <a:srgbClr val="1388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80" b="1"/>
              <a:t>Aug 15, 1947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India became independent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9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26480"/>
            <a:ext cx="9144000" cy="274320"/>
          </a:xfrm>
          <a:prstGeom prst="rect">
            <a:avLst/>
          </a:prstGeom>
          <a:solidFill>
            <a:srgbClr val="1388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80" b="1"/>
              <a:t>Aug 29, 1947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Drafting Committee formed (Ambedkar)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9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26480"/>
            <a:ext cx="9144000" cy="274320"/>
          </a:xfrm>
          <a:prstGeom prst="rect">
            <a:avLst/>
          </a:prstGeom>
          <a:solidFill>
            <a:srgbClr val="1388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80" b="1"/>
              <a:t>Nov 26, 1949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Constitution adopted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9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26480"/>
            <a:ext cx="9144000" cy="274320"/>
          </a:xfrm>
          <a:prstGeom prst="rect">
            <a:avLst/>
          </a:prstGeom>
          <a:solidFill>
            <a:srgbClr val="1388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80" b="1"/>
              <a:t>Jan 26, 1950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Constitution enforced, India Republic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99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26480"/>
            <a:ext cx="9144000" cy="274320"/>
          </a:xfrm>
          <a:prstGeom prst="rect">
            <a:avLst/>
          </a:prstGeom>
          <a:solidFill>
            <a:srgbClr val="1388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