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Practices in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Aarpan Lohora | NST, SVYASA University | 31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Exchange of information, ideas, and feelings</a:t>
            </a:r>
          </a:p>
          <a:p>
            <a:pPr/>
            <a:r>
              <a:t>Foundation of personal and professional success</a:t>
            </a:r>
          </a:p>
          <a:p>
            <a:pPr/>
            <a:r>
              <a:t>Builds trust, clarity, and collaboration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in Professional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teamwork and productivity</a:t>
            </a:r>
          </a:p>
          <a:p>
            <a:pPr/>
            <a:r>
              <a:t>Reduces misunderstandings</a:t>
            </a:r>
          </a:p>
          <a:p>
            <a:pPr/>
            <a:r>
              <a:t>Supports leadership and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Verbal Communication -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Speak clearly and concisely</a:t>
            </a:r>
          </a:p>
          <a:p>
            <a:pPr/>
            <a:r>
              <a:t>Use appropriate tone and pace</a:t>
            </a:r>
          </a:p>
          <a:p>
            <a:pPr/>
            <a:r>
              <a:t>Avoid filler words</a:t>
            </a:r>
          </a:p>
          <a:p>
            <a:pPr/>
            <a:r>
              <a:t>Adapt language to 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Listen without interrupting</a:t>
            </a:r>
          </a:p>
          <a:p>
            <a:pPr/>
            <a:r>
              <a:t>Show interest through responses</a:t>
            </a:r>
          </a:p>
          <a:p>
            <a:pPr/>
            <a:r>
              <a:t>Ask relevant questions</a:t>
            </a:r>
          </a:p>
          <a:p>
            <a:pPr/>
            <a:r>
              <a:t>Provide feedback and clarification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Non-Verbal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language reflects confidence</a:t>
            </a:r>
          </a:p>
          <a:p>
            <a:pPr/>
            <a:r>
              <a:t>Maintain eye contact</a:t>
            </a:r>
          </a:p>
          <a:p>
            <a:pPr/>
            <a:r>
              <a:t>Use appropriate gestures</a:t>
            </a:r>
          </a:p>
          <a:p>
            <a:pPr/>
            <a:r>
              <a:t>Avoid negative signals (crossed arms, distractions)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Facial Expressions &amp;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Smile and stay approachable</a:t>
            </a:r>
          </a:p>
          <a:p>
            <a:pPr/>
            <a:r>
              <a:t>Maintain upright posture</a:t>
            </a:r>
          </a:p>
          <a:p>
            <a:pPr/>
            <a:r>
              <a:t>Show engagement through expressions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Dress appropriately for context</a:t>
            </a:r>
          </a:p>
          <a:p>
            <a:pPr/>
            <a:r>
              <a:t>Maintain hygiene and neatness</a:t>
            </a:r>
          </a:p>
          <a:p>
            <a:pPr/>
            <a:r>
              <a:t>Align appearance with professional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Written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clear and formal language</a:t>
            </a:r>
          </a:p>
          <a:p>
            <a:pPr/>
            <a:r>
              <a:t>Structure emails properly</a:t>
            </a:r>
          </a:p>
          <a:p>
            <a:pPr/>
            <a:r>
              <a:t>Keep messages concise and meaningful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Etiquette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proper subject lines</a:t>
            </a:r>
          </a:p>
          <a:p>
            <a:pPr/>
            <a:r>
              <a:t>Start with greetings</a:t>
            </a:r>
          </a:p>
          <a:p>
            <a:pPr/>
            <a:r>
              <a:t>Be polite and professional</a:t>
            </a:r>
          </a:p>
          <a:p>
            <a:pPr/>
            <a:r>
              <a:t>End with a clear closing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Proofreading &amp; 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grammar and spelling</a:t>
            </a:r>
          </a:p>
          <a:p>
            <a:pPr/>
            <a:r>
              <a:t>Avoid ambiguity</a:t>
            </a:r>
          </a:p>
          <a:p>
            <a:pPr/>
            <a:r>
              <a:t>Maintain respectful tone</a:t>
            </a:r>
          </a:p>
          <a:p>
            <a:pPr/>
            <a:r>
              <a:t>Use tools like Grammarly if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differences</a:t>
            </a:r>
          </a:p>
          <a:p>
            <a:pPr/>
            <a:r>
              <a:t>Cultural misunderstandings</a:t>
            </a:r>
          </a:p>
          <a:p>
            <a:pPr/>
            <a:r>
              <a:t>Noise and distractions</a:t>
            </a:r>
          </a:p>
          <a:p>
            <a:pPr/>
            <a:r>
              <a:t>Emotional barriers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simple and clear language</a:t>
            </a:r>
          </a:p>
          <a:p>
            <a:pPr/>
            <a:r>
              <a:t>Be culturally aware</a:t>
            </a:r>
          </a:p>
          <a:p>
            <a:pPr/>
            <a:r>
              <a:t>Practice active listening</a:t>
            </a:r>
          </a:p>
          <a:p>
            <a:pPr/>
            <a:r>
              <a:t>Use feedback for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Miscommunication in teams leads to project delays</a:t>
            </a:r>
          </a:p>
          <a:p>
            <a:pPr/>
            <a:r>
              <a:t>Clear communication improves efficiency</a:t>
            </a:r>
          </a:p>
          <a:p>
            <a:pPr/>
            <a:r>
              <a:t>Example: Proper email reduced confusion in project tasks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is a critical skill</a:t>
            </a:r>
          </a:p>
          <a:p>
            <a:pPr/>
            <a:r>
              <a:t>Balance verbal, non-verbal, and written methods</a:t>
            </a:r>
          </a:p>
          <a:p>
            <a:pPr/>
            <a:r>
              <a:t>Practice improves effectiveness</a:t>
            </a:r>
          </a:p>
          <a:p>
            <a:pPr/>
            <a:r>
              <a:t>Always be clear, concise, and respectful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pPr/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