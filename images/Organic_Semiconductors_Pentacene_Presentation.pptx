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Organic Semiconductors: Why Pentacene over Silicon?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presentation on material choice in organic electronics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Semiconductors?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Conductivity between conductors and insulators</a:t>
            </a:r>
          </a:p>
          <a:p>
            <a:pPr/>
            <a:r>
              <a:t>Used in transistors, LEDs, solar cells</a:t>
            </a:r>
          </a:p>
          <a:p>
            <a:pPr/>
            <a:r>
              <a:t>Types: Inorganic (Silicon), Organic (Pentacene)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Silicon?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Expensive fabrication</a:t>
            </a:r>
          </a:p>
          <a:p>
            <a:pPr/>
            <a:r>
              <a:t>Rigid structure</a:t>
            </a:r>
          </a:p>
          <a:p>
            <a:pPr/>
            <a:r>
              <a:t>Not suitable for flexible electronics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Organic Semiconductors?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Carbon-based molecules</a:t>
            </a:r>
          </a:p>
          <a:p>
            <a:pPr/>
            <a:r>
              <a:t>π-conjugation enables charge transport</a:t>
            </a:r>
          </a:p>
          <a:p>
            <a:pPr/>
            <a:r>
              <a:t>Examples: Pentacene, Rubrene, P3HT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Pentacene?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 fused benzene rings</a:t>
            </a:r>
          </a:p>
          <a:p>
            <a:pPr/>
            <a:r>
              <a:t>High charge mobility</a:t>
            </a:r>
          </a:p>
          <a:p>
            <a:pPr/>
            <a:r>
              <a:t>Strong π–π stacking</a:t>
            </a:r>
          </a:p>
          <a:p>
            <a:pPr/>
            <a:r>
              <a:t>Good molecular ordering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5 Benzene Rings?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Optimal balance of performance and stability</a:t>
            </a:r>
          </a:p>
          <a:p>
            <a:pPr/>
            <a:r>
              <a:t>Too few rings → low mobility</a:t>
            </a:r>
          </a:p>
          <a:p>
            <a:pPr/>
            <a:r>
              <a:t>Too many rings → instability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Other Ring Counts?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3–4 rings: poor conductivity</a:t>
            </a:r>
          </a:p>
          <a:p>
            <a:pPr/>
            <a:r>
              <a:t>6–7 rings: unstable, oxidize easily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Linear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π–π stacking</a:t>
            </a:r>
          </a:p>
          <a:p>
            <a:pPr/>
            <a:r>
              <a:t>Efficient charge transport</a:t>
            </a:r>
          </a:p>
          <a:p>
            <a:pPr/>
            <a:r>
              <a:t>Directional conductivity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Bond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σ-bonds: stability</a:t>
            </a:r>
          </a:p>
          <a:p>
            <a:pPr/>
            <a:r>
              <a:t>π-bonds: conduction</a:t>
            </a:r>
          </a:p>
          <a:p>
            <a:pPr/>
            <a:r>
              <a:t>Delocalized electrons enable mobility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Size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Larger size improves conjugation</a:t>
            </a:r>
          </a:p>
          <a:p>
            <a:pPr/>
            <a:r>
              <a:t>Too large reduces stability</a:t>
            </a:r>
          </a:p>
          <a:p>
            <a:pPr/>
            <a:r>
              <a:t>Pentacene is optimal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Flexible displays</a:t>
            </a:r>
          </a:p>
          <a:p>
            <a:pPr/>
            <a:r>
              <a:t>Organic transistors</a:t>
            </a:r>
          </a:p>
          <a:p>
            <a:pPr/>
            <a:r>
              <a:t>Wearable electronics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Silicon is rigid and expensive</a:t>
            </a:r>
          </a:p>
          <a:p>
            <a:pPr/>
            <a:r>
              <a:t>Organic semiconductors are flexible</a:t>
            </a:r>
          </a:p>
          <a:p>
            <a:pPr/>
            <a:r>
              <a:t>Pentacene offers best balance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