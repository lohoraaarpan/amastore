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Timeline of the Making of the Indian Constitution 🇮🇳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by: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1934 – Idea of Constitution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Proposed by M. N. Roy</a:t>
            </a:r>
          </a:p>
          <a:p>
            <a:r>
              <a:t>Demand for Indians to frame their own Constitution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1940 – August Offer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British promised expansion of representation</a:t>
            </a:r>
          </a:p>
          <a:p>
            <a:r>
              <a:t>Constitution after WWII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1946 – Cabinet Mission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Proposed Constituent Assembly</a:t>
            </a:r>
          </a:p>
          <a:p>
            <a:r>
              <a:t>Elections held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 9, 1946 – First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session held</a:t>
            </a:r>
          </a:p>
          <a:p>
            <a:r>
              <a:t>Dr. Sachchidananda Sinha was chairman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 11, 1946 – President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Dr. Rajendra Prasad elected as President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Aug 15, 1947 –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 became independent</a:t>
            </a:r>
          </a:p>
          <a:p>
            <a:r>
              <a:t>Assembly became sovereign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Aug 29, 1947 – Drafting Committee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Drafting Committee formed</a:t>
            </a:r>
          </a:p>
          <a:p>
            <a:r>
              <a:t>Dr. B. R. Ambedkar as Chairman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 26, 1949 – Adopted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Constitution adopted</a:t>
            </a:r>
          </a:p>
          <a:p>
            <a:r>
              <a:t>Celebrated as Constitution Day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Jan 26, 1950 – Enforced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 became a Republic</a:t>
            </a:r>
          </a:p>
          <a:p>
            <a:r>
              <a:t>Constitution came into effect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