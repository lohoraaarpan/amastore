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communication in your own words. Add simple real-life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example of group project success due to clear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good vs bad speaking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Actively show listening gestures while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posture and hand gestures while speaking.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 to interview or presentation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importance of emails in workplace.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example of good vs bad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mistakes affect impression.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real-life misunderstanding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to overcome barriers practically.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short original story (avoid copying).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and engage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Practices in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Aarpan Lohora | NST, SVYASA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= sharing ideas clearly</a:t>
            </a:r>
          </a:p>
          <a:p>
            <a:r>
              <a:t>Essential in academics &amp; jobs</a:t>
            </a:r>
          </a:p>
          <a:p>
            <a:r>
              <a:t>Builds trust and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teamwork</a:t>
            </a:r>
          </a:p>
          <a:p>
            <a:r>
              <a:t>Prevents confusion</a:t>
            </a:r>
          </a:p>
          <a:p>
            <a:r>
              <a:t>Increases productivity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Verbal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Speak clearly</a:t>
            </a:r>
          </a:p>
          <a:p>
            <a:r>
              <a:t>Use correct tone</a:t>
            </a:r>
          </a:p>
          <a:p>
            <a:r>
              <a:t>Avoid unnecessary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Listening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 full attention</a:t>
            </a:r>
          </a:p>
          <a:p>
            <a:r>
              <a:t>Do not interrupt</a:t>
            </a:r>
          </a:p>
          <a:p>
            <a:r>
              <a:t>Respond thoughtfully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Non-Verbal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language matters</a:t>
            </a:r>
          </a:p>
          <a:p>
            <a:r>
              <a:t>Maintain eye contact</a:t>
            </a:r>
          </a:p>
          <a:p>
            <a:r>
              <a:t>Use natural gestures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Appearance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Dress professionally</a:t>
            </a:r>
          </a:p>
          <a:p>
            <a:r>
              <a:t>Look confident</a:t>
            </a:r>
          </a:p>
          <a:p>
            <a:r>
              <a:t>Stay presentable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Written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clearly</a:t>
            </a:r>
          </a:p>
          <a:p>
            <a:r>
              <a:t>Use proper structure</a:t>
            </a:r>
          </a:p>
          <a:p>
            <a:r>
              <a:t>Keep it professional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Etiquette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 subject</a:t>
            </a:r>
          </a:p>
          <a:p>
            <a:r>
              <a:t>Polite tone</a:t>
            </a:r>
          </a:p>
          <a:p>
            <a:r>
              <a:t>Proper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grammar</a:t>
            </a:r>
          </a:p>
          <a:p>
            <a:r>
              <a:t>Avoid spelling mistakes</a:t>
            </a:r>
          </a:p>
          <a:p>
            <a:r>
              <a:t>Keep sentences simple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 issues</a:t>
            </a:r>
          </a:p>
          <a:p>
            <a:r>
              <a:t>Distractions</a:t>
            </a:r>
          </a:p>
          <a:p>
            <a:r>
              <a:t>Cultural differences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simple words</a:t>
            </a:r>
          </a:p>
          <a:p>
            <a:r>
              <a:t>Listen actively</a:t>
            </a:r>
          </a:p>
          <a:p>
            <a:r>
              <a:t>Respect diversity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miscommunication caused delay</a:t>
            </a:r>
          </a:p>
          <a:p>
            <a:r>
              <a:t>Clear instructions solved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 clear and confident</a:t>
            </a:r>
          </a:p>
          <a:p>
            <a:r>
              <a:t>Balance all communication types</a:t>
            </a:r>
          </a:p>
          <a:p>
            <a:r>
              <a:t>Practice regularly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  <a:p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4572000" cy="274320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Insert relevant image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